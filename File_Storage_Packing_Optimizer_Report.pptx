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bb10d9b-39b8-0152-7261-3dac2b4b12c7}">
          <p14:sldIdLst>
            <p14:sldId id="256"/>
          </p14:sldIdLst>
        </p14:section>
        <p14:section name="Introduction" id="{2d7eeeb1-0561-b74c-1c91-6c8c3c6e173a}">
          <p14:sldIdLst>
            <p14:sldId id="257"/>
          </p14:sldIdLst>
        </p14:section>
        <p14:section name="Problem" id="{efd9e8fd-9515-abca-c5fe-91f6ec76f835}">
          <p14:sldIdLst>
            <p14:sldId id="258"/>
          </p14:sldIdLst>
        </p14:section>
        <p14:section name="Requirements" id="{61e0453f-a125-74ac-cf2e-752f995b6b19}">
          <p14:sldIdLst>
            <p14:sldId id="259"/>
          </p14:sldIdLst>
        </p14:section>
        <p14:section name="Algorithms" id="{3af78048-e509-f6f6-936c-b23b743b8ff6}">
          <p14:sldIdLst>
            <p14:sldId id="260"/>
            <p14:sldId id="261"/>
          </p14:sldIdLst>
        </p14:section>
        <p14:section name="Algorithms" id="{5a5c36cf-fc5d-e4bf-bbf0-40ef9bf2d8ef}">
          <p14:sldIdLst/>
        </p14:section>
        <p14:section name="Methodology" id="{cacf6719-a693-0b69-6dce-c2c8c94e8d8d}">
          <p14:sldIdLst>
            <p14:sldId id="262"/>
          </p14:sldIdLst>
        </p14:section>
        <p14:section name="Implementation" id="{47cf9da1-885d-56bf-8aa4-85fd6f617cf7}">
          <p14:sldIdLst>
            <p14:sldId id="263"/>
          </p14:sldIdLst>
        </p14:section>
        <p14:section name="Results" id="{91912ce6-de56-9cf5-b506-20f779c8808f}">
          <p14:sldIdLst>
            <p14:sldId id="264"/>
            <p14:sldId id="265"/>
          </p14:sldIdLst>
        </p14:section>
        <p14:section name="Results" id="{f649c794-1b67-3d87-a6db-a18a95ed5124}">
          <p14:sldIdLst/>
        </p14:section>
        <p14:section name="Conclusion" id="{b424b481-6702-f523-29b0-044f99968ece}">
          <p14:sldIdLst>
            <p14:sldId id="266"/>
            <p14:sldId id="267"/>
          </p14:sldIdLst>
        </p14:section>
        <p14:section name="Conclusion" id="{040a5893-a0ff-cc44-259e-e7a4fc89c0d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Total importance stored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stored</c:v>
                </c:pt>
              </c:strCache>
            </c:strRef>
          </c:tx>
          <c:spPr>
            <a:solidFill>
              <a:srgbClr val="0F6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B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9E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45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Knapsack DP</c:v>
                  </c:pt>
                  <c:pt idx="1">
                    <c:v>Greedy (ratio)</c:v>
                  </c:pt>
                  <c:pt idx="2">
                    <c:v>Greedy (value)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492</c:v>
                </c:pt>
                <c:pt idx="1">
                  <c:v>492</c:v>
                </c:pt>
                <c:pt idx="2">
                  <c:v>460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400"/>
        </c:scaling>
        <c:delete val="0"/>
        <c:axPos val="l"/>
        <c:majorGridlines>
          <c:spPr>
            <a:ln w="6350" cap="flat">
              <a:solidFill>
                <a:srgbClr val="D3DA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6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E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3"/>
                </a:solidFill>
              </a:rPr>
              <a:t>File Storage Packing Optimizer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6E2"/>
                </a:solidFill>
              </a:rPr>
              <a:t>Problem 73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Storage Packing Optimizer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2"/>
                </a:solidFill>
              </a:rPr>
              <a:t>Choosing which files to keep on limited-capacity media using 0/1 Knapsack and Greedy algorithms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97280" cy="4572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Design and Analysis of Algorithms  |  Mini Project Report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Python  |  Flask  |  SQLite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Submitted by: ____________   Roll no.: ________   Guide: 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and 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22B"/>
                </a:solidFill>
              </a:rPr>
              <a:t>Storage is always smaller than what people want to keep. This project builds a web application that decides which files to store on a medium of fixed capacity so that the total importance of the stored files is as high as possible.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64008" cy="24688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Backup drives, USB sticks and cloud quotas are limited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Files differ in size and in business value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Choosing by hand is slow and inconsistent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20116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011680"/>
            <a:ext cx="64008" cy="246888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688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Model each file as take or leave (0/1)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Solve exactly with Knapsack dynamic programming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Compare with two fast Greedy rules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011680"/>
            <a:ext cx="64008" cy="2468880"/>
          </a:xfrm>
          <a:prstGeom prst="rect">
            <a:avLst/>
          </a:prstGeom>
          <a:solidFill>
            <a:srgbClr val="B4452C"/>
          </a:solidFill>
          <a:ln w="12700">
            <a:solidFill>
              <a:srgbClr val="B445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4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A working Flask + SQLite prototype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Every keep/skip decision is explained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Side-by-side comparison of all three methods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Statement, Objectives and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</a:rPr>
              <a:t>Select files to store on limited-capacity media while maximizing importance or business value.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64008" cy="1828800"/>
          </a:xfrm>
          <a:prstGeom prst="rect">
            <a:avLst/>
          </a:prstGeom>
          <a:solidFill>
            <a:srgbClr val="5D6B73"/>
          </a:solidFill>
          <a:ln w="12700">
            <a:solidFill>
              <a:srgbClr val="5D6B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6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Single storage medium, sizes in whole MB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Importance scored 0 to 100 per file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Local web prototype with a database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Out of scope: file contents, compression, multiple disks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64008" cy="342900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Maximize total importance without exceeding capacity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Demonstrate 0/1 Knapsack and Greedy, and compare their behavior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Present the result clearly: selected files, objective value and the reason for each decision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Keep the solution understandable to a non-technical user, not just a final number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and 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342900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Add, list and delete files (name, size, importance, category)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One-click sample data set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Capacity input in MB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Runs three algorithms on the same data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Colored capacity bar showing what fills the medium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Step-by-step keep/skip explanation per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64008" cy="342900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FR1  Store file records in SQLite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FR2  Validate size above 0 and importance 0 or more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FR3  Compute the optimal selection with DP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FR4  Compute greedy selections by ratio and by value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FR5  Report total value, space used and gap to optimum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FR6  Record and show the trace of every decision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1: 0/1 Knapsack (DP)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5156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22B"/>
                </a:solidFill>
              </a:rPr>
              <a:t>Each file is either stored (1) or not (0); files cannot be split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22B"/>
                </a:solidFill>
              </a:rPr>
              <a:t>dp[i][w] = best value using the first i files with w MB of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22B"/>
                </a:solidFill>
              </a:rPr>
              <a:t>Table size n x C, so time and space are O(n x 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22B"/>
                </a:solidFill>
              </a:rPr>
              <a:t>Backtracking through the table recovers exactly which files were taken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46320" y="1051560"/>
            <a:ext cx="3840480" cy="2103120"/>
          </a:xfrm>
          <a:prstGeom prst="rect">
            <a:avLst/>
          </a:prstGeom>
          <a:solidFill>
            <a:srgbClr val="16222B"/>
          </a:solidFill>
          <a:ln w="12700">
            <a:solidFill>
              <a:srgbClr val="162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0" y="1188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dp[i][w] = dp[i-1][w]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size[i] &lt;= 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dp[i][w] = max( dp[i-1][w],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dp[i-1][w - size[i]] + value[i] 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566160"/>
            <a:ext cx="64008" cy="91440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657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 optimal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233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</a:rPr>
              <a:t>The recurrence considers both choices for every file at every capacity, so no better combination can be missed.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2: Greedy strategies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173736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by value per MB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Sort files by importance / size, highest first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Take a file whenever it still fits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O(n log n); usually near optimal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26080"/>
            <a:ext cx="64008" cy="1554480"/>
          </a:xfrm>
          <a:prstGeom prst="rect">
            <a:avLst/>
          </a:prstGeom>
          <a:solidFill>
            <a:srgbClr val="B4452C"/>
          </a:solidFill>
          <a:ln w="12700">
            <a:solidFill>
              <a:srgbClr val="B445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4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by highest value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832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Sort by importance only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Ignores size, so large files can waste space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64008" cy="342900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Counter-example (capacity 10 MB)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File A: 6 MB, value 30 (5.0 per MB)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File B: 5 MB, value 24 (4.8 per MB)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File C: 5 MB, value 24 (4.8 per MB)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Greedy takes A first, then neither B nor C fits: total 30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Knapsack takes B + C: total 48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Greedy never reconsiders a choice, so it can miss the best combination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and System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188720"/>
            <a:ext cx="457200" cy="4572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3"/>
                </a:solidFill>
              </a:rPr>
              <a:t>User adds files and sets capacity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188720"/>
            <a:ext cx="457200" cy="4572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3"/>
                </a:solidFill>
              </a:rPr>
              <a:t>Records saved in SQLite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188720"/>
            <a:ext cx="457200" cy="4572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3"/>
                </a:solidFill>
              </a:rPr>
              <a:t>DP + two Greedy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1188720"/>
            <a:ext cx="457200" cy="4572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3"/>
                </a:solidFill>
              </a:rPr>
              <a:t>Each keep/skip reason logged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457200" cy="4572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3"/>
                </a:solidFill>
              </a:rPr>
              <a:t>Gap and % of optimal computed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26680" y="1188720"/>
            <a:ext cx="457200" cy="4572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26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3"/>
                </a:solidFill>
              </a:rPr>
              <a:t>Cards, capacity bar, notes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08960"/>
            <a:ext cx="64008" cy="13716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566160"/>
            <a:ext cx="7909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</a:rPr>
              <a:t>Browser (HTML, CSS, JavaScript) sends requests to Flask REST endpoints /api/files and /api/solve. Flask reads and writes SQLite, runs the algorithms in Python and returns JSON, which the page renders as result cards.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and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Python 3: algorithms and logic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Flask: web server and REST API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SQLite: files table (id, name, size, value, category)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HTML, CSS, JavaScript: interface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64008" cy="1371600"/>
          </a:xfrm>
          <a:prstGeom prst="rect">
            <a:avLst/>
          </a:prstGeom>
          <a:solidFill>
            <a:srgbClr val="5D6B73"/>
          </a:solidFill>
          <a:ln w="12700">
            <a:solidFill>
              <a:srgbClr val="5D6B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6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files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app.py: database, algorithms, API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templates/index.html: user interface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64008" cy="342900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notes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knapsack_dp builds the table, then backtracks and logs why each file was taken or skipped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greedy takes a rule (ratio or value) and logs the score and space left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solve compares all runs and writes plain-English notes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Inputs are validated and the DP table is capped at 20 million cells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Run with: pip install flask, then python app.py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sample data set at 1500 MB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023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663440" y="105156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selection (1410 MB used)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50876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</a:rPr>
              <a:t>Tax records, Source code archive, Family photos, Signed contracts, Design assets, Payroll sheets. Greedy by ratio chose the same set.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2880360"/>
            <a:ext cx="64008" cy="1600200"/>
          </a:xfrm>
          <a:prstGeom prst="rect">
            <a:avLst/>
          </a:prstGeom>
          <a:solidFill>
            <a:srgbClr val="B4452C"/>
          </a:solidFill>
          <a:ln w="12700">
            <a:solidFill>
              <a:srgbClr val="B445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4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3375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Greedy by value kept the 800 MB customer database and reached only 460 (93.5%)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Cheap-per-MB files beat one large file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and Performance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64592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Files (n)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Capacity (MB)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DP time (ms)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Greedy time (ms)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Greedy % of optimal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0.07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98.4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5000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232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0.32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100.0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10000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1244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0.69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99.9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10000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2418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1.47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</a:rPr>
                        <a:t>100.0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9718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2971800"/>
            <a:ext cx="64008" cy="150876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performed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Sample set: DP and Greedy (ratio) both reach 492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Counter-example: DP 48 vs Greedy 30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Invalid size, value or capacity rejected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Random data sets from 50 to 1000 files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29718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2971800"/>
            <a:ext cx="64008" cy="150876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Greedy is about 1000x faster at n = 1000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Greedy stayed within 1.6% of optimal here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DP time grows with n x C, as predicted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342900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The prototype selects files that maximize importance within capacity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Knapsack DP guarantees the best answer; Greedy trades a little value for much more speed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Showing the reason behind each decision makes the result easy to trust and explain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The comparison shows when a simple rule is enough and when exactness matters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64008" cy="342900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Mandatory files that must always be kept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Several disks (multiple knapsack)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Import files from a folder or CSV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Use a fractional or bounded variant for splittable data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Memory-saving DP for very large capacities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6222B"/>
                </a:solidFill>
              </a:rPr>
              <a:t>User accounts and saved plans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22B"/>
                </a:solidFill>
              </a:rPr>
              <a:t>Cormen, Leiserson, Rivest and Stein, Introduction to Algorithms, MIT Press (0/1 knapsack and greedy algorithms)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22B"/>
                </a:solidFill>
              </a:rPr>
              <a:t>Levitin, A., Introduction to the Design and Analysis of Algorithms, Pearson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22B"/>
                </a:solidFill>
              </a:rPr>
              <a:t>Kellerer, Pferschy and Pisinger, Knapsack Problems, Springer, 2004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22B"/>
                </a:solidFill>
              </a:rPr>
              <a:t>Flask documentation: https://flask.palletsprojects.com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22B"/>
                </a:solidFill>
              </a:rPr>
              <a:t>Python sqlite3 module documentation: https://docs.python.org/3/library/sqlite3.html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ve">
  <a:themeElements>
    <a:clrScheme name="Archive">
      <a:dk1>
        <a:srgbClr val="16222B"/>
      </a:dk1>
      <a:lt1>
        <a:srgbClr val="FFFFFF"/>
      </a:lt1>
      <a:dk2>
        <a:srgbClr val="0F6B63"/>
      </a:dk2>
      <a:lt2>
        <a:srgbClr val="EEF1EE"/>
      </a:lt2>
      <a:accent1>
        <a:srgbClr val="E0A526"/>
      </a:accent1>
      <a:accent2>
        <a:srgbClr val="B4452C"/>
      </a:accent2>
      <a:accent3>
        <a:srgbClr val="CFE6E2"/>
      </a:accent3>
      <a:accent4>
        <a:srgbClr val="5D6B73"/>
      </a:accent4>
      <a:accent5>
        <a:srgbClr val="3D5A80"/>
      </a:accent5>
      <a:accent6>
        <a:srgbClr val="7B9E87"/>
      </a:accent6>
      <a:hlink>
        <a:srgbClr val="0F6B63"/>
      </a:hlink>
      <a:folHlink>
        <a:srgbClr val="5D6B73"/>
      </a:folHlink>
    </a:clrScheme>
    <a:fontScheme name="Archiv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Storage Packing Optimizer - Project Report</dc:title>
  <dc:subject>PptxGenJS Presentation</dc:subject>
  <dc:creator>PptxGenJS</dc:creator>
  <cp:lastModifiedBy>PptxGenJS</cp:lastModifiedBy>
  <cp:revision>1</cp:revision>
  <dcterms:created xsi:type="dcterms:W3CDTF">2026-10-03T06:16:58Z</dcterms:created>
  <dcterms:modified xsi:type="dcterms:W3CDTF">2026-10-03T06:16:58Z</dcterms:modified>
</cp:coreProperties>
</file>